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ce2610c3674bf8" /><Relationship Type="http://schemas.openxmlformats.org/officeDocument/2006/relationships/extended-properties" Target="/docProps/app.xml" Id="R9fe5e2ecc84a4094" /><Relationship Type="http://schemas.openxmlformats.org/officeDocument/2006/relationships/officeDocument" Target="/ppt/presentation.xml" Id="Rd813a867098d4a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40675330ea4072"/>
  </p:sldMasterIdLst>
  <p:notesMasterIdLst>
    <p:notesMasterId xmlns:r="http://schemas.openxmlformats.org/officeDocument/2006/relationships" r:id="R69f4e97abf3c4cea"/>
  </p:notesMasterIdLst>
  <p:sldIdLst>
    <p:sldId xmlns:r="http://schemas.openxmlformats.org/officeDocument/2006/relationships" id="256" r:id="R5cc99fd949c548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7e885745034289" /><Relationship Type="http://schemas.openxmlformats.org/officeDocument/2006/relationships/slideMaster" Target="/ppt/slideMasters/slideMaster1.xml" Id="Rb140675330ea4072" /><Relationship Type="http://schemas.openxmlformats.org/officeDocument/2006/relationships/notesMaster" Target="/ppt/notesMasters/notesMaster1.xml" Id="R69f4e97abf3c4cea" /><Relationship Type="http://schemas.openxmlformats.org/officeDocument/2006/relationships/presProps" Target="/ppt/presProps.xml" Id="R446136b3c80244cf" /><Relationship Type="http://schemas.openxmlformats.org/officeDocument/2006/relationships/tableStyles" Target="/ppt/tableStyles.xml" Id="R705a39c3bcc44c2f" /><Relationship Type="http://schemas.openxmlformats.org/officeDocument/2006/relationships/slide" Target="/ppt/slides/slide1.xml" Id="R5cc99fd949c548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5164a37bbd4f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c7ef3860214a46" /><Relationship Type="http://schemas.openxmlformats.org/officeDocument/2006/relationships/notesMaster" Target="/ppt/notesMasters/notesMaster1.xml" Id="R2790fbd5646d46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1차 성능검증 집계값(외부 출처 아님)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d94154faf4f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9107c0f7ea48d7" /><Relationship Type="http://schemas.openxmlformats.org/officeDocument/2006/relationships/slideLayout" Target="/ppt/slideLayouts/slideLayout1.xml" Id="Re341646b06c446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41646b06c446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23ddd408749e7" /><Relationship Type="http://schemas.openxmlformats.org/officeDocument/2006/relationships/notesSlide" Target="/ppt/notesSlides/notesSlide1.xml" Id="Rde8d8251fbbf40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0CE3AC-E440-4A88-A089-378BDDD8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AI 비전측정 시스템 1차 성능검증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B697D-3185-486A-B36E-FF18F761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895350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핵심 결과: 100개 중 96개가 허용오차 범위 이내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B03BD-5AC1-4A84-A2C7-F6908134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1010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22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7A019-10F4-4E78-8876-CF6E4CBC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3981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6E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090C0-A787-44A4-A4F6-8E969818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4155"/>
                </a:solidFill>
              </a:defRPr>
            </a:pPr>
            <a:r>
              <a:rPr sz="1650" b="1">
                <a:solidFill>
                  <a:srgbClr val="334155"/>
                </a:solidFill>
              </a:rPr>
              <a:t>허용오차 이내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63DA1-9464-417A-9667-2364C588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272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4FC4"/>
                </a:solidFill>
              </a:defRPr>
            </a:pPr>
            <a:r>
              <a:rPr sz="4350" b="1">
                <a:solidFill>
                  <a:srgbClr val="0B4FC4"/>
                </a:solidFill>
              </a:rPr>
              <a:t>96 / 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66E4B-6EF4-4FBB-8226-F072558C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622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검증 샘플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65C06-1ED3-46F2-BDFD-FA015773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31718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A9C70-2A33-4C53-ACE5-38688020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3048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34028-3FC5-41B8-A2DB-C59BD226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3095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허용오차 초과 4건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C9DC3-D0AA-4835-A35B-B9051BB3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62100"/>
            <a:ext cx="2609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33658-CD6D-4B23-B0A7-B208C89E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90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4155"/>
                </a:solidFill>
              </a:defRPr>
            </a:pPr>
            <a:r>
              <a:rPr sz="1650" b="1">
                <a:solidFill>
                  <a:srgbClr val="334155"/>
                </a:solidFill>
              </a:rPr>
              <a:t>오차 지표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F9C8C-F18D-44B7-961D-98B4542E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02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MAE 0.0045 mm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598E4-03F4-4FCC-823C-D4A2028B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20669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EDA74-BCF4-4C22-886D-6AD74E31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4322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허용오차  ±0.010 mm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8B83B-3F98-411D-BDD5-450DA439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2422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최대 절대오차  0.016 mm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DE97D-D57F-4FFD-AA30-1BB6AC72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0522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→ 허용오차 초과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C9E842-84F0-4267-A220-05FE7342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62100"/>
            <a:ext cx="3848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  <a:ln xmlns:a="http://schemas.openxmlformats.org/drawingml/2006/main" w="9525">
            <a:solidFill>
              <a:srgbClr val="F8D99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5FB04-A57B-4E55-8D1B-E3DD303B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B4F00"/>
                </a:solidFill>
              </a:defRPr>
            </a:pPr>
            <a:r>
              <a:rPr sz="1650" b="1">
                <a:solidFill>
                  <a:srgbClr val="6B4F00"/>
                </a:solidFill>
              </a:rPr>
              <a:t>남은 문제: 초과 4건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5BE75-8480-4B5A-9698-EBCB41F3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193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초과 4건 중 3건이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특정 촬영조건에서 발생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5E84B-F6A9-47B3-903F-967AEEA3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24175"/>
            <a:ext cx="33051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C87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6F03DC-CE09-4189-8C01-F91CE05E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3372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</a:defRPr>
            </a:pPr>
            <a:r>
              <a:rPr sz="1425" b="1">
                <a:solidFill>
                  <a:srgbClr val="B42318"/>
                </a:solidFill>
              </a:rPr>
              <a:t>정확한 실패 원인은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</a:defRPr>
            </a:pPr>
            <a:r>
              <a:rPr sz="1425" b="1">
                <a:solidFill>
                  <a:srgbClr val="B42318"/>
                </a:solidFill>
              </a:rPr>
              <a:t>아직 확인되지 않음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68F81-66A8-450E-81A3-D36EA7A3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오차 비교 그래프  |  허용기준선 대비 집계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1BC2BF-D04A-48D0-A667-0F7B3F5E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81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※ 샘플별 오차 원자료 미제공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BC3397-48F1-4A47-ABD6-0D72A1B2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14875"/>
            <a:ext cx="11010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10BCF9-AF3B-4097-8F14-EF6379F4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57775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5BCCF7-6EA9-466C-9B47-F6122C98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57775"/>
            <a:ext cx="8096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D1D014-DB07-4A0E-B672-27473642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14975"/>
            <a:ext cx="8096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EB775F-D7D7-492A-8317-92984AC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8096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C7E1E3-7469-438F-9404-0D77F446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434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+0.010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98C1BF-DBAC-4E0C-8660-A771B0D0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720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6B868C-645A-4039-80DA-01CDF996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006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−0.010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60E861-3E15-4711-814E-384D3FC5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150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샘플별 오차 데이터 확보 후 상세 분석 예정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D8596C-1A68-4AAA-887C-88B17AFC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5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AA3CD2-369D-494D-87DC-3CF05A3F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0"/>
            <a:ext cx="0" cy="10477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1F3644-E0DF-4F14-949C-152E183B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최대 절대오차 0.016 mm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26B167-7428-4040-A057-B837A080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292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허용범위: ±0.010 mm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0BA5F2-0228-42BB-AEE8-B95E37D1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11010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0D65D6-B5AE-4E43-A481-C3EA8E82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1062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결론  |  초과 4건 원인분석  →  재검증  →  최종 도입 판단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1F9A5F-B0D9-4794-97E8-C6207192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619875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자료: 1차 성능검증 집계(제공 값)</a:t>
            </a:r>
          </a:p>
        </p:txBody>
      </p:sp>
    </p:spTree>
    <p:extLst>
      <p:ext uri="{BB962C8B-B14F-4D97-AF65-F5344CB8AC3E}">
        <p14:creationId xmlns:p14="http://schemas.microsoft.com/office/powerpoint/2010/main" val="1909350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2026-08-15T06:58:20.6840000Z</dcterms:created>
  <dcterms:modified xsi:type="dcterms:W3CDTF">2026-08-15T06:58:20.6840000Z</dcterms:modified>
</coreProperties>
</file>